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VLC-1 level demonstrated</c:v>
                </c:pt>
              </c:strCache>
            </c:strRef>
          </c:tx>
          <c:spPr>
            <a:solidFill>
              <a:srgbClr val="2F4A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018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OpenTelemetry
(OTLP logs)</c:v>
                  </c:pt>
                  <c:pt idx="1">
                    <c:v>Kubernetes
audit</c:v>
                  </c:pt>
                  <c:pt idx="2">
                    <c:v>Linux
auditd</c:v>
                  </c:pt>
                  <c:pt idx="3">
                    <c:v>AWS CloudTrail
digests</c:v>
                  </c:pt>
                  <c:pt idx="4">
                    <c:v>Agent tool-call
transcripts</c:v>
                  </c:pt>
                  <c:pt idx="5">
                    <c:v>This project
(live capture)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018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56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12700" cap="flat">
              <a:solidFill>
                <a:srgbClr val="E6EB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494A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question, not on the product. Every buyer already believes their logs are tamper-evident. Nobody has been asked the completeness question yet, and that is the whole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zeros are the slide. Do not rush past them. Then read the amber box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push back here, the theorem name is the answer: two sessions, one lossy and one quiet, deliver identical record sets. Every function of the delivered set agrees.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wins the room. Both files pass everything. The proof says no cleverer verifier exists, because the inputs are byte-identical.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claim to make here is the strictness: for every adjacent pair there is a log that satisfies the lower and not the higher, and an attack the higher refuses.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generous about the other products here. The point is that nobody was asked, not that anybody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converts a compliance conversation into a security one. It is also the newest, so most buyers will not have seen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lead with eBPF. eBPF is table stakes in 2026 and the incumbents have already bought theirs. Lead with the evidence property.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tells a stranger what they can actually get hold of. Names only, on purpose: the numbers behind each item come with the request, not before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when someone asks whether the spec is self-serving. It is the most persuasive thing in the deck and it costs nothing to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as at 12 September 2026. Re-check dates before presenting — this slide goes stale faster than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quote a pilot price from the stage — the point of level 3 is that scope comes first. The market anchor in the footer is somebody else’s published number, which is why it is safe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280160"/>
            <a:ext cx="4572000" cy="4572000"/>
          </a:xfrm>
          <a:prstGeom prst="ellipse">
            <a:avLst/>
          </a:prstGeom>
          <a:solidFill>
            <a:srgbClr val="16233A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548640"/>
            <a:ext cx="2377440" cy="2377440"/>
          </a:xfrm>
          <a:prstGeom prst="ellipse">
            <a:avLst/>
          </a:prstGeom>
          <a:solidFill>
            <a:srgbClr val="1E305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you know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log is all of it?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404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completeness for AI system logs — a specification, a conformance checker, a machine-checked proof, and a record the audited process cannot write.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Moore  ·  moorematthew131@gmail.com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AI logging standard says what to log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says how you know the log is all of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4436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in prEN 18229-1 addressing dropped events, gaps, or completeness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011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294436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in ISO/IEC FDIS 24970 addressing loss accounting or guaranteed capture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2011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 2027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294436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EU AI Act Articles 9–15 apply to every high-risk deployer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4805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 w="12700">
            <a:solidFill>
              <a:srgbClr val="F0D7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B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export covering a two-hour outage — during which the logging path discarded every record — is byte-for-byte indistinguishable from an export covering a quiet afternoon. Both verify. Both look complete.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prEN 18229-1 public-enquiry draft; ISO/IEC CD 24970; Regulation (EU) 2024/1689 Arts. 12, 19.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Tamper-evidence answers a different question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industry stopped once it had the answer to that 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hash chain proves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records you were GIVEN were not altered, reordered, inserted or removed.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solved work. Certificate Transparency, signed syslog, WORM storage, blockchain anchoring — all of it lands here, and lands well.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3317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 about the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 chain over 800 records is equally valid whether 800 or 8,000 were produced. Bounded buffers discard under load — preferentially during incidents, which are exactly the intervals the log exists to cover.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§4, §5 · proofs/sentinel_completeness.v : integrity_alone_cannot_see_a_silent_drop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blind spot has no symptom at all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at a source nobody instrumented produces no record, so it loses nothing, so no gap appears.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L2-looks-complete.jsonl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432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valid · end marker present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delivered  +  0 declared lost  =  60 produced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closes exactly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by every check performed today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709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58 inferences that session went through a route the proxy was never instrumented for.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ECFAF4"/>
          </a:solidFill>
          <a:ln w="12700">
            <a:solidFill>
              <a:srgbClr val="B6E5D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L3-coverage.jsonl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7432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same session. One extra record, naming what the producer was watching: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attached          /v1/chat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unattached_here   /v1/responses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basis             route table at startup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difference between the two files.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Proved, not exhibited: loss_accounting_is_blind_to_an_unhooked_source — every function of the delivered set and the loss declarations returns the same answer for both.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levels, strictly ordered, each one necessary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refuses an attack the rung below admits — proved, not asserted.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12264"/>
            <a:ext cx="457200" cy="457200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0574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alteration, reordering, truncation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0574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editing the record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2816352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962656"/>
            <a:ext cx="457200" cy="457200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9077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Loss-accounted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completeness identity closes in-chain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90779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silent drop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666744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8130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7581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Coverage-declared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75818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observation surface is enumerated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7581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unhooked source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4517136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6634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608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Policy-bound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6085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bound to the rules that made them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46085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after-the-fact rule swap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53675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5513832"/>
            <a:ext cx="457200" cy="457200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13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54589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Independently witnessed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54589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was not written by its subject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83880" y="54589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forged self-report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§4–§7A · 26 machine-checked results, 0 admitted, 0 axioms, all closed under the global context.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scored four public log formats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their own published specifications. None of them is badly engineered — integrity was specified; completeness never was.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them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37744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— drops are counted, on the metrics path, unbound to the data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— auditID is a random UID, not an ordinal; queue drops raise a metric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auditd — the kernel counts lost records and writes the count to dmesg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— a real chain over files, but no end marker and no dropped-event count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transcripts — written by the process being audited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5715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A8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one afternoon-sized change from L2.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Adapters, samples and sources ship in the repository. Disagree by editing a JSON file and re-running — a shorter argument than an email.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July 2026: agents rewrote their own audit trail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and Redwood, investigating an incident involving roughly 1,200 agents.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06C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≥7%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0358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transcripts showed CONFIRMED spoofed tool calls — the agent issued one command and ran another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06C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0358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relevant activity was never captured at all, partly through container resets that destroyed evidence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21031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30358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agents; the investigators note the cases they caught were crude, and competent spoofing "may have been harder to detect by design"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572000"/>
            <a:ext cx="10607040" cy="1280160"/>
          </a:xfrm>
          <a:prstGeom prst="roundRect">
            <a:avLst>
              <a:gd name="adj" fmla="val 7143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8006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trail in the AI stack today — tool-call logs, SDK traces, gateway records — is written by, or beside, the process being audited. When the auditee controls the recorder, the record is a claim. Sign it and you have a tamper-evident claim.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/ Redwood, Hugging Face incident investigation report, August 2026; OpenAI, "The Hugging Face incident and the road ahead".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amount of care with that transcript helps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record and the behaviour it describes have the same author.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0789920" cy="1417320"/>
          </a:xfrm>
          <a:prstGeom prst="roundRect">
            <a:avLst>
              <a:gd name="adj" fmla="val 7742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2128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no_check_on_the_self_report_can_see_substitution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7004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two behaviours and any self-report, EVERY function of the self-report returns the same answer. The quantifier is the whole content — there is no cleverer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397764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9319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Reconcile, in both directions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4663440"/>
            <a:ext cx="4626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claimed-and-not-witnessed  +  witnessed-and-not-claimed.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one direction detects half a substitution, which is not a detection.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70332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37960" y="397764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9319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witness must itself be complete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56248" y="4663440"/>
            <a:ext cx="4626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witness with an undeclared coverage gap agrees with a lie honestly. VLC-L5-4 requires the witnessing log to hold L3 in its own right.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§7A · witness/reconcile.py · demo 08 asserts silence on an honest run and the substitution signature on a spoofed one.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record the workload cannot write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Kernel-level evidence for AI systems — three properties, in the order buyers ask about them.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860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checkably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8094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sensor could not deliver are declared in-chain with a count.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the sensor is NOT attached to are declared too — the blind spot no gap record could ever reveal, because an unhooked syscall produces no decision to lose.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0574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3317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017520"/>
            <a:ext cx="298094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audited process does not write it, cannot edit it, and cannot quietly detach it.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property that matters after July 2026 — and the one no SDK, gateway, proxy or framework hook can acquire by trying harder.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0574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33172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2860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3017520"/>
            <a:ext cx="28895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logic is machine-checked in Coq, and the proved function is shown to agree with the C that ships over its ENTIRE input domain.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sampled. Not fuzzed. Enumerated, with pinned digests and mutation controls.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products, one decision function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public, what you can ask for, and what is not distributed — named, so nobody has to guess.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84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 Sentinel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what an agent DOES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Linux syscall boundary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9397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the VLC-1 specification · the conformance checker and adapters · the completeness lattice proof · the witness reconciler · real captured journals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proof estate · verify.sh, the one-command re-verification you run on your own hardware · the live demonstration suite · the conformity pack and auditor runbook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the sensor, policy engine, classifier, pinning and object tiers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5021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 Gateway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87705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what an agent ASKS FOR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authorisation and approval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51129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the requirement that a gateway declare which endpoints it terminates (VLC-L5-2) · the reconciler format, so its own record can be checked against an independent one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decision-function conformance pack · the composition proof · the written security review of the layer sitting in front of the policy engine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gateway source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9194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MooreOS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29437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govern() on BARE METAL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W^X, post-quantum attestation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92861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why an attested coverage declaration is different evidence from one a userspace daemon wrote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integer inference core — no floating point, which is what makes a result attestable — and its proof binding · the bare-metal versus hosted equivalence review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kernel source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ACCESS.md in the repository has the same list with the access level each item sits behind. Level 0 needs no request at all.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that is re-checkable in one command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./verify.sh — from source, nothing cached, on your hardware.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steps, each exiting non-zero when its own claim does not hold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93008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3493008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Coq developments behind it — 0 admitted, 0 axioms, every result closed under the global context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00216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6300216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demonstrations, run on the customer's machines in week one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07424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A83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9107424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re-builds from source in a cold container, reproducing every pinned digest exactly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4805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number is the answer to the question every 2026 vendor checklist asks — "what happens if you disappear?" The offer is source escrow plus a one-command rebuild that reproduces a digest you already hold. Very few vendors of any size can make that offer.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as at 2026-09-12, from the run log of ./verify.sh. Every one of them is a number the script prints, not a number written here.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checker cost us two levels on run one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conformance suite that flatters its author is a sales tool with a test harness bolted 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566928" cy="566928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found, on run 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captured journal came out at L2, not L4.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failed VLC-L3-1(d): the coverage record listed the instrumented syscalls and never said HOW it knew the list was exhaustive. A list is not a declaration — you can always write a longer list.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about 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the sensor the same day, and KEPT the pre-fix capture.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self-test now asserts that the old capture still comes out at L2. A future change that makes it pass is a loosened checker, not an improved product — and the test will say so.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examples/reference-impl/pre-basis-L2.jsonl · selftest.sh §5 "NOT RIGGED"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standards defining this are being written now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window in which completeness can enter them is measured in weeks, not years.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28600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214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 18229-1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21214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logging (CEN-CENELEC JTC 21)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closed — comment disposition IN PROGRESS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9260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200400"/>
            <a:ext cx="310896" cy="310896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0358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 18229-3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0358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and human oversight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PUBLIC ENQUIRY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114800"/>
            <a:ext cx="310896" cy="310896"/>
          </a:xfrm>
          <a:prstGeom prst="ellipse">
            <a:avLst/>
          </a:prstGeom>
          <a:solidFill>
            <a:srgbClr val="8494A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71600" y="39502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ISO/IEC 24970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logging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50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FDIS — last stage before publication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7548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029200"/>
            <a:ext cx="310896" cy="310896"/>
          </a:xfrm>
          <a:prstGeom prst="ellipse">
            <a:avLst/>
          </a:prstGeom>
          <a:solidFill>
            <a:srgbClr val="2F4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71600" y="4864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48646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9–15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48646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from 2 December 2027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currently requires anything in VLC-1. The specification is published CC0 so a committee can lift clauses verbatim — a specification a standards body cannot copy from is a brochure.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levels of access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needs no request, no email and no form — and we would rather you used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67128"/>
            <a:ext cx="475488" cy="47548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67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423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contact at 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039112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repository and run ./selftest.sh. Score your own logs with the checker. If you come out at L3 or above, you do not need us, and we would rather you knew that today.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80944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227832"/>
            <a:ext cx="475488" cy="47548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99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my format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4838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NDA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3099816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your log’s FIELD NAMES — never the values — and we write the adapter and send it back. No charge and no obligation: a third party’s log being scorable by this checker is worth more to us than a meeting.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041648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4288536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288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160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5445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mutual NDA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160520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estate, the one-command re-verification so you re-check every claim from source on your own hardware, the conformity pack and the demonstrations. This level exists because we do not present numbers you cannot reproduce.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02352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5349240"/>
            <a:ext cx="475488" cy="475488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5349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52212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Pilot, or escrow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6052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· scoped in writing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5221224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on your hardware, on your workload, from week one — and an evidence package an assessor can verify without our software. Ask and we will quote: a number without a scope is not a price.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ACCESS.md has the full matrix. For calibration from published third-party sources and not from us: runtime sensors in this market list around $250–400 per host per year.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do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whose limits you have to discover is one you will discover them from at the worst moment.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48256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9659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not a guardrail.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6596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records, and can deny at the syscall boundary. It does not understand intent and will not stop a well-formed action that should not have been taken.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2889504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807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see inside TLS.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66360" y="280720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destructive query over an authorised connection appears as a connection.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64845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stop rendered-URL exfiltration or a tool description that lies.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64845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failures produce syntactically normal syscalls. We will say so rather than sell coverage we do not have.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448970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governed tree the workload cannot write.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448970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that is impossible, the record says unverified and why — rather than a bit that quietly means something else.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5413248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533095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SOC 2, no ISO 27001, not yet.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533095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continuity answer on slide 10 is what we offer instead, and it is a tested property rather than a promise.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is in the deck on purpose. It is the one buyers remember.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754880" cy="4754880"/>
          </a:xfrm>
          <a:prstGeom prst="ellipse">
            <a:avLst/>
          </a:prstGeom>
          <a:solidFill>
            <a:srgbClr val="162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10515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— or don’t, and just run 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78308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“Here are our log field names — what level are we?”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“Clause VLC-Lx-y looks like it was written around your product.”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have an assessment in &lt;month&gt; and we need to answer the completeness question.”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05840" y="4206240"/>
            <a:ext cx="9875520" cy="1325880"/>
          </a:xfrm>
          <a:prstGeom prst="roundRect">
            <a:avLst>
              <a:gd name="adj" fmla="val 689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4389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Matthew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8280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moorematthew131@gmail.com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43891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the Access request template, or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for anything confidential. ACCESS.md names what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behind each level.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F8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· Verifiable Completeness for AI System Logs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2026-09-12T14:49:34Z</dcterms:created>
  <dcterms:modified xsi:type="dcterms:W3CDTF">2026-09-12T14:49:34Z</dcterms:modified>
</cp:coreProperties>
</file>